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70" d="100"/>
          <a:sy n="70" d="100"/>
        </p:scale>
        <p:origin x="53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FFC1C5-62E4-AB0A-75E0-0E12A95B5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BBCFA6D-EED9-05A3-243E-E49283162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42071A-4EB4-D70E-126C-8B426A18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12B384-1B52-D176-9724-43BA9C5D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332E31-48A0-86FF-2576-BCEF902E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91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AE4716-BDAD-2CA0-0E2D-E910B091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B05E38-D901-68CF-1F5F-61A45DC3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44332F-A510-CB5F-881F-7DE9198B7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225282-3DA7-7B24-FC36-0651CFA9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66996A-BB6C-BA8D-F035-A505A7FC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306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8DE2F-2DCC-01B5-7498-62A958906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52F190-D079-0C08-97E2-A901D646C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8A3591-7637-049D-8EE5-A955C874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72E0F8-ACE3-9DE0-4B33-C839DFDC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12C99-B8B2-DCEF-CBEB-3D71D4F6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36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9D5A9-E7A6-DB28-ABCA-00C75D5F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D083E6-7D90-E11A-284E-723E842AB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54B41E-982C-AC0D-9A8D-0B668C8AF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C42400-F030-8CB2-A393-913DDC1E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EFECC3-85A8-A5EA-11E4-D4CCC542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3F1144-1756-EA65-C2D4-2AB08871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7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CE3EDA-39C5-12AC-BDF0-C7639493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144BAB-1AE6-B5BD-6EA3-8968C5B6A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67B739-D07C-2DAF-0201-1C8D93E64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9D45EDF-5E7D-BAC0-97EC-AFDD64C3D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18A231E-D9BD-63FF-F5F5-AA87CF609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AB4F593-CE30-A35A-8EAC-82F0B6FD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613FE26-3834-3445-AB73-B0FEF4D7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C2F99EF-06F6-B9DC-8D2E-3E12453D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150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2DEB2-F868-6804-84DD-91EE3EB9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13A9F1E-782E-048E-EC88-9D8D9FCD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DCF3EBD-7953-DE20-B523-90D8BF4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DB6EBB-AC59-775E-42EC-D80B96A7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60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29B9AFE-9DED-33B0-1B30-538E8A0C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387C52D-020E-680A-8517-EBBE4E1B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DE185A-2374-3CD1-A3F7-8A3C6DA1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71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158B-D039-2496-416B-4CB6A9C3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1941BD-9BE7-12DE-42FA-03B24D9CF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AEF9B6-3B72-9F09-4815-ED720DD16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FC9B5E-3B7B-3F5C-9AD1-B511402F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AD44E0-216A-F7A1-04A7-ADCA5E32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9E31A0-28F9-9DBC-597F-8705D35C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2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B8547-6E08-C932-B06F-F7FCB46E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DA14645-0C52-D7B1-11E7-9BC73B284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46B2DF-7C9E-6478-7F5D-FC71E9026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2A63F9-BC07-15E3-EFFD-49CF85F3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828740-F07B-9412-E035-7408F4ED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FBCBFB-F649-5946-E3BC-0DFB5AB4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69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11D71-7AAB-3C98-ADDE-9BFB803D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07FCEF3-59F3-1196-1C85-25F1AB5C7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996308-3793-51B6-2205-55CDE1DF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AB080D-C609-0A4D-83CE-7A26DB9E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C5479D-CEB6-8E95-87BF-2CA4B0E2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859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12E1903-7B0F-E5CF-187C-F6FBECF43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C649A9-8A1E-0D49-B33F-74A610F74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6E9C3B-F21D-A0CF-7A4A-C6D6C3863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7AD67-D9FF-FA1C-A172-3DEEADAF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6FB84E-2E7E-DF0E-A337-9F07015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25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188A8DF-5354-40A6-B45C-BE3AB249E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4D299D-A4C2-F696-AC76-F92D637A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DD8624-7133-A4B5-D912-238AEC9EE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9B41C-377B-426D-94B6-57029C7ED201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F5964F-E964-B668-58FC-AB5237CC0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7A6927-B00A-E0ED-A7DD-3342448E8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A9628-1145-417F-BE0C-4FDCB8CF4F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610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946B-F880-298C-9DD3-FD200A39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1EAADE6-B154-F0E4-7E49-BFB110389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647890"/>
              </p:ext>
            </p:extLst>
          </p:nvPr>
        </p:nvGraphicFramePr>
        <p:xfrm>
          <a:off x="112777" y="954799"/>
          <a:ext cx="11966450" cy="172439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93290">
                  <a:extLst>
                    <a:ext uri="{9D8B030D-6E8A-4147-A177-3AD203B41FA5}">
                      <a16:colId xmlns:a16="http://schemas.microsoft.com/office/drawing/2014/main" val="1106526238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3347896012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756653778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825034866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80267046"/>
                    </a:ext>
                  </a:extLst>
                </a:gridCol>
              </a:tblGrid>
              <a:tr h="67624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第一週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第二周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3/4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第三周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第四周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第五周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553634"/>
                  </a:ext>
                </a:extLst>
              </a:tr>
              <a:tr h="104815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時程規劃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建置虛擬機與虛擬網路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建置虛擬機與虛擬網路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建置虛擬機與虛擬網路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虛擬機與虛擬網路測試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71015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579700-9CE1-DC6A-8466-9B5FD4AAF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148314"/>
              </p:ext>
            </p:extLst>
          </p:nvPr>
        </p:nvGraphicFramePr>
        <p:xfrm>
          <a:off x="112776" y="2679192"/>
          <a:ext cx="9578898" cy="172439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94966">
                  <a:extLst>
                    <a:ext uri="{9D8B030D-6E8A-4147-A177-3AD203B41FA5}">
                      <a16:colId xmlns:a16="http://schemas.microsoft.com/office/drawing/2014/main" val="1379003076"/>
                    </a:ext>
                  </a:extLst>
                </a:gridCol>
                <a:gridCol w="2394966">
                  <a:extLst>
                    <a:ext uri="{9D8B030D-6E8A-4147-A177-3AD203B41FA5}">
                      <a16:colId xmlns:a16="http://schemas.microsoft.com/office/drawing/2014/main" val="4170449552"/>
                    </a:ext>
                  </a:extLst>
                </a:gridCol>
                <a:gridCol w="2394966">
                  <a:extLst>
                    <a:ext uri="{9D8B030D-6E8A-4147-A177-3AD203B41FA5}">
                      <a16:colId xmlns:a16="http://schemas.microsoft.com/office/drawing/2014/main" val="409335323"/>
                    </a:ext>
                  </a:extLst>
                </a:gridCol>
                <a:gridCol w="2394000">
                  <a:extLst>
                    <a:ext uri="{9D8B030D-6E8A-4147-A177-3AD203B41FA5}">
                      <a16:colId xmlns:a16="http://schemas.microsoft.com/office/drawing/2014/main" val="670459659"/>
                    </a:ext>
                  </a:extLst>
                </a:gridCol>
              </a:tblGrid>
              <a:tr h="6762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第六周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第七周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第八周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第九周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4/22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93206"/>
                  </a:ext>
                </a:extLst>
              </a:tr>
              <a:tr h="1048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春假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虛擬機與虛擬網路測試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虛擬機與虛擬網路測試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期中考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期中考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 資料生成測試</a:t>
                      </a:r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694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064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1D1806D-7FF0-EDB2-9527-7FA2196C2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204248"/>
              </p:ext>
            </p:extLst>
          </p:nvPr>
        </p:nvGraphicFramePr>
        <p:xfrm>
          <a:off x="112777" y="954799"/>
          <a:ext cx="11966450" cy="172439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93290">
                  <a:extLst>
                    <a:ext uri="{9D8B030D-6E8A-4147-A177-3AD203B41FA5}">
                      <a16:colId xmlns:a16="http://schemas.microsoft.com/office/drawing/2014/main" val="1106526238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3347896012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756653778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825034866"/>
                    </a:ext>
                  </a:extLst>
                </a:gridCol>
                <a:gridCol w="2393290">
                  <a:extLst>
                    <a:ext uri="{9D8B030D-6E8A-4147-A177-3AD203B41FA5}">
                      <a16:colId xmlns:a16="http://schemas.microsoft.com/office/drawing/2014/main" val="80267046"/>
                    </a:ext>
                  </a:extLst>
                </a:gridCol>
              </a:tblGrid>
              <a:tr h="67624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第十一周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第十二周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第十三周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第十四周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0553634"/>
                  </a:ext>
                </a:extLst>
              </a:tr>
              <a:tr h="104815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資料生成測試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資料生成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資料生成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資料生成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特徵工程</a:t>
                      </a:r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特徵工程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71015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1285A0F-31C5-A182-D8C4-4A4029ED0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78280"/>
              </p:ext>
            </p:extLst>
          </p:nvPr>
        </p:nvGraphicFramePr>
        <p:xfrm>
          <a:off x="112776" y="2679192"/>
          <a:ext cx="9578898" cy="172439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94966">
                  <a:extLst>
                    <a:ext uri="{9D8B030D-6E8A-4147-A177-3AD203B41FA5}">
                      <a16:colId xmlns:a16="http://schemas.microsoft.com/office/drawing/2014/main" val="1379003076"/>
                    </a:ext>
                  </a:extLst>
                </a:gridCol>
                <a:gridCol w="2394966">
                  <a:extLst>
                    <a:ext uri="{9D8B030D-6E8A-4147-A177-3AD203B41FA5}">
                      <a16:colId xmlns:a16="http://schemas.microsoft.com/office/drawing/2014/main" val="4170449552"/>
                    </a:ext>
                  </a:extLst>
                </a:gridCol>
                <a:gridCol w="2394966">
                  <a:extLst>
                    <a:ext uri="{9D8B030D-6E8A-4147-A177-3AD203B41FA5}">
                      <a16:colId xmlns:a16="http://schemas.microsoft.com/office/drawing/2014/main" val="409335323"/>
                    </a:ext>
                  </a:extLst>
                </a:gridCol>
                <a:gridCol w="2394000">
                  <a:extLst>
                    <a:ext uri="{9D8B030D-6E8A-4147-A177-3AD203B41FA5}">
                      <a16:colId xmlns:a16="http://schemas.microsoft.com/office/drawing/2014/main" val="670459659"/>
                    </a:ext>
                  </a:extLst>
                </a:gridCol>
              </a:tblGrid>
              <a:tr h="6762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第十五周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第十六周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6/10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第十七周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第十八周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93206"/>
                  </a:ext>
                </a:extLst>
              </a:tr>
              <a:tr h="10481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練習模型建置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期末考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模型建置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模型建置</a:t>
                      </a:r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694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409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108</Words>
  <Application>Microsoft Office PowerPoint</Application>
  <PresentationFormat>寬螢幕</PresentationFormat>
  <Paragraphs>36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博宇 莊</dc:creator>
  <cp:lastModifiedBy>博宇 莊</cp:lastModifiedBy>
  <cp:revision>1</cp:revision>
  <dcterms:created xsi:type="dcterms:W3CDTF">2026-03-03T18:52:52Z</dcterms:created>
  <dcterms:modified xsi:type="dcterms:W3CDTF">2026-03-03T19:19:05Z</dcterms:modified>
</cp:coreProperties>
</file>